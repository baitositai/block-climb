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9" r:id="rId5"/>
    <p:sldId id="257" r:id="rId6"/>
  </p:sldIdLst>
  <p:sldSz cx="6858000" cy="9144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E5DBC-D3B9-45CE-B562-E0BCC8C8A90E}" v="2" dt="2024-06-26T00:52:28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28" y="-2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藤 直也" userId="S::1916212@s.asojuku.ac.jp::df7b505a-7b71-446f-ba28-2c645d232014" providerId="AD" clId="Web-{3C5776B3-F4F4-4FBA-A1BF-E8BC6ACA22BC}"/>
    <pc:docChg chg="modSld">
      <pc:chgData name="佐藤 直也" userId="S::1916212@s.asojuku.ac.jp::df7b505a-7b71-446f-ba28-2c645d232014" providerId="AD" clId="Web-{3C5776B3-F4F4-4FBA-A1BF-E8BC6ACA22BC}" dt="2022-02-04T09:09:57.303" v="18" actId="1076"/>
      <pc:docMkLst>
        <pc:docMk/>
      </pc:docMkLst>
      <pc:sldChg chg="addSp delSp modSp">
        <pc:chgData name="佐藤 直也" userId="S::1916212@s.asojuku.ac.jp::df7b505a-7b71-446f-ba28-2c645d232014" providerId="AD" clId="Web-{3C5776B3-F4F4-4FBA-A1BF-E8BC6ACA22BC}" dt="2022-02-04T09:09:57.303" v="18" actId="1076"/>
        <pc:sldMkLst>
          <pc:docMk/>
          <pc:sldMk cId="2741302752" sldId="256"/>
        </pc:sldMkLst>
        <pc:picChg chg="del mod">
          <ac:chgData name="佐藤 直也" userId="S::1916212@s.asojuku.ac.jp::df7b505a-7b71-446f-ba28-2c645d232014" providerId="AD" clId="Web-{3C5776B3-F4F4-4FBA-A1BF-E8BC6ACA22BC}" dt="2022-02-04T09:08:27.973" v="1"/>
          <ac:picMkLst>
            <pc:docMk/>
            <pc:sldMk cId="2741302752" sldId="256"/>
            <ac:picMk id="4" creationId="{D28A8572-656D-4767-8249-BB76B3C40671}"/>
          </ac:picMkLst>
        </pc:picChg>
        <pc:picChg chg="add del mod">
          <ac:chgData name="佐藤 直也" userId="S::1916212@s.asojuku.ac.jp::df7b505a-7b71-446f-ba28-2c645d232014" providerId="AD" clId="Web-{3C5776B3-F4F4-4FBA-A1BF-E8BC6ACA22BC}" dt="2022-02-04T09:08:44.911" v="6"/>
          <ac:picMkLst>
            <pc:docMk/>
            <pc:sldMk cId="2741302752" sldId="256"/>
            <ac:picMk id="5" creationId="{EDDAF47D-63D3-410D-B6B9-53850B991AE8}"/>
          </ac:picMkLst>
        </pc:picChg>
        <pc:picChg chg="add del mod">
          <ac:chgData name="佐藤 直也" userId="S::1916212@s.asojuku.ac.jp::df7b505a-7b71-446f-ba28-2c645d232014" providerId="AD" clId="Web-{3C5776B3-F4F4-4FBA-A1BF-E8BC6ACA22BC}" dt="2022-02-04T09:08:54.614" v="8"/>
          <ac:picMkLst>
            <pc:docMk/>
            <pc:sldMk cId="2741302752" sldId="256"/>
            <ac:picMk id="6" creationId="{80CB06DE-5947-41EE-89DC-876A8C923588}"/>
          </ac:picMkLst>
        </pc:picChg>
        <pc:picChg chg="add del mod">
          <ac:chgData name="佐藤 直也" userId="S::1916212@s.asojuku.ac.jp::df7b505a-7b71-446f-ba28-2c645d232014" providerId="AD" clId="Web-{3C5776B3-F4F4-4FBA-A1BF-E8BC6ACA22BC}" dt="2022-02-04T09:09:21.599" v="11"/>
          <ac:picMkLst>
            <pc:docMk/>
            <pc:sldMk cId="2741302752" sldId="256"/>
            <ac:picMk id="7" creationId="{E75779E6-ABE6-4558-A8AE-A07651337B21}"/>
          </ac:picMkLst>
        </pc:picChg>
        <pc:picChg chg="add del mod">
          <ac:chgData name="佐藤 直也" userId="S::1916212@s.asojuku.ac.jp::df7b505a-7b71-446f-ba28-2c645d232014" providerId="AD" clId="Web-{3C5776B3-F4F4-4FBA-A1BF-E8BC6ACA22BC}" dt="2022-02-04T09:09:30.287" v="13"/>
          <ac:picMkLst>
            <pc:docMk/>
            <pc:sldMk cId="2741302752" sldId="256"/>
            <ac:picMk id="8" creationId="{9FAC2026-1C9C-4F7A-B17A-EB383F459EA2}"/>
          </ac:picMkLst>
        </pc:picChg>
        <pc:picChg chg="add del mod">
          <ac:chgData name="佐藤 直也" userId="S::1916212@s.asojuku.ac.jp::df7b505a-7b71-446f-ba28-2c645d232014" providerId="AD" clId="Web-{3C5776B3-F4F4-4FBA-A1BF-E8BC6ACA22BC}" dt="2022-02-04T09:09:49.881" v="16"/>
          <ac:picMkLst>
            <pc:docMk/>
            <pc:sldMk cId="2741302752" sldId="256"/>
            <ac:picMk id="9" creationId="{C0DB7367-4552-42A8-889D-CEBC5E3B8609}"/>
          </ac:picMkLst>
        </pc:picChg>
        <pc:picChg chg="add mod">
          <ac:chgData name="佐藤 直也" userId="S::1916212@s.asojuku.ac.jp::df7b505a-7b71-446f-ba28-2c645d232014" providerId="AD" clId="Web-{3C5776B3-F4F4-4FBA-A1BF-E8BC6ACA22BC}" dt="2022-02-04T09:09:57.303" v="18" actId="1076"/>
          <ac:picMkLst>
            <pc:docMk/>
            <pc:sldMk cId="2741302752" sldId="256"/>
            <ac:picMk id="10" creationId="{AFB666BF-BA73-4890-83F7-BD6A16FDDAB5}"/>
          </ac:picMkLst>
        </pc:picChg>
      </pc:sldChg>
    </pc:docChg>
  </pc:docChgLst>
  <pc:docChgLst>
    <pc:chgData name="佐藤 直也" userId="S::1916212@s.asojuku.ac.jp::df7b505a-7b71-446f-ba28-2c645d232014" providerId="AD" clId="Web-{E3794990-2FD8-4911-ADD3-30E2C7CC85FA}"/>
    <pc:docChg chg="modSld">
      <pc:chgData name="佐藤 直也" userId="S::1916212@s.asojuku.ac.jp::df7b505a-7b71-446f-ba28-2c645d232014" providerId="AD" clId="Web-{E3794990-2FD8-4911-ADD3-30E2C7CC85FA}" dt="2022-02-04T06:16:30.118" v="49" actId="1076"/>
      <pc:docMkLst>
        <pc:docMk/>
      </pc:docMkLst>
      <pc:sldChg chg="addSp modSp">
        <pc:chgData name="佐藤 直也" userId="S::1916212@s.asojuku.ac.jp::df7b505a-7b71-446f-ba28-2c645d232014" providerId="AD" clId="Web-{E3794990-2FD8-4911-ADD3-30E2C7CC85FA}" dt="2022-02-04T06:16:30.118" v="49" actId="1076"/>
        <pc:sldMkLst>
          <pc:docMk/>
          <pc:sldMk cId="2741302752" sldId="256"/>
        </pc:sldMkLst>
        <pc:spChg chg="mod">
          <ac:chgData name="佐藤 直也" userId="S::1916212@s.asojuku.ac.jp::df7b505a-7b71-446f-ba28-2c645d232014" providerId="AD" clId="Web-{E3794990-2FD8-4911-ADD3-30E2C7CC85FA}" dt="2022-02-04T06:15:51.836" v="45" actId="20577"/>
          <ac:spMkLst>
            <pc:docMk/>
            <pc:sldMk cId="2741302752" sldId="256"/>
            <ac:spMk id="17" creationId="{00000000-0000-0000-0000-000000000000}"/>
          </ac:spMkLst>
        </pc:spChg>
        <pc:spChg chg="mod">
          <ac:chgData name="佐藤 直也" userId="S::1916212@s.asojuku.ac.jp::df7b505a-7b71-446f-ba28-2c645d232014" providerId="AD" clId="Web-{E3794990-2FD8-4911-ADD3-30E2C7CC85FA}" dt="2022-02-04T06:14:37.240" v="10" actId="20577"/>
          <ac:spMkLst>
            <pc:docMk/>
            <pc:sldMk cId="2741302752" sldId="256"/>
            <ac:spMk id="19" creationId="{00000000-0000-0000-0000-000000000000}"/>
          </ac:spMkLst>
        </pc:spChg>
        <pc:spChg chg="mod">
          <ac:chgData name="佐藤 直也" userId="S::1916212@s.asojuku.ac.jp::df7b505a-7b71-446f-ba28-2c645d232014" providerId="AD" clId="Web-{E3794990-2FD8-4911-ADD3-30E2C7CC85FA}" dt="2022-02-04T06:15:01.053" v="18" actId="20577"/>
          <ac:spMkLst>
            <pc:docMk/>
            <pc:sldMk cId="2741302752" sldId="256"/>
            <ac:spMk id="20" creationId="{00000000-0000-0000-0000-000000000000}"/>
          </ac:spMkLst>
        </pc:spChg>
        <pc:spChg chg="mod">
          <ac:chgData name="佐藤 直也" userId="S::1916212@s.asojuku.ac.jp::df7b505a-7b71-446f-ba28-2c645d232014" providerId="AD" clId="Web-{E3794990-2FD8-4911-ADD3-30E2C7CC85FA}" dt="2022-02-04T06:16:25.696" v="47" actId="20577"/>
          <ac:spMkLst>
            <pc:docMk/>
            <pc:sldMk cId="2741302752" sldId="256"/>
            <ac:spMk id="29" creationId="{00000000-0000-0000-0000-000000000000}"/>
          </ac:spMkLst>
        </pc:spChg>
        <pc:picChg chg="add mod">
          <ac:chgData name="佐藤 直也" userId="S::1916212@s.asojuku.ac.jp::df7b505a-7b71-446f-ba28-2c645d232014" providerId="AD" clId="Web-{E3794990-2FD8-4911-ADD3-30E2C7CC85FA}" dt="2022-02-04T06:14:26.240" v="2" actId="1076"/>
          <ac:picMkLst>
            <pc:docMk/>
            <pc:sldMk cId="2741302752" sldId="256"/>
            <ac:picMk id="3" creationId="{AD0E7CE6-CBAD-463A-AF72-2B3D6F8A4F94}"/>
          </ac:picMkLst>
        </pc:picChg>
        <pc:picChg chg="add mod">
          <ac:chgData name="佐藤 直也" userId="S::1916212@s.asojuku.ac.jp::df7b505a-7b71-446f-ba28-2c645d232014" providerId="AD" clId="Web-{E3794990-2FD8-4911-ADD3-30E2C7CC85FA}" dt="2022-02-04T06:16:30.118" v="49" actId="1076"/>
          <ac:picMkLst>
            <pc:docMk/>
            <pc:sldMk cId="2741302752" sldId="256"/>
            <ac:picMk id="4" creationId="{D28A8572-656D-4767-8249-BB76B3C40671}"/>
          </ac:picMkLst>
        </pc:picChg>
      </pc:sldChg>
    </pc:docChg>
  </pc:docChgLst>
  <pc:docChgLst>
    <pc:chgData name="高楠 弘一" userId="S::takakusu@s.asojuku.ac.jp::bd6e27e1-f395-48a9-a653-999f8cbb0154" providerId="AD" clId="Web-{7DBAB383-A02C-43CC-94FF-C72C1CE25AFD}"/>
    <pc:docChg chg="modSld">
      <pc:chgData name="高楠 弘一" userId="S::takakusu@s.asojuku.ac.jp::bd6e27e1-f395-48a9-a653-999f8cbb0154" providerId="AD" clId="Web-{7DBAB383-A02C-43CC-94FF-C72C1CE25AFD}" dt="2022-07-21T07:47:50.031" v="63" actId="20577"/>
      <pc:docMkLst>
        <pc:docMk/>
      </pc:docMkLst>
      <pc:sldChg chg="delSp modSp">
        <pc:chgData name="高楠 弘一" userId="S::takakusu@s.asojuku.ac.jp::bd6e27e1-f395-48a9-a653-999f8cbb0154" providerId="AD" clId="Web-{7DBAB383-A02C-43CC-94FF-C72C1CE25AFD}" dt="2022-07-21T07:47:50.031" v="63" actId="20577"/>
        <pc:sldMkLst>
          <pc:docMk/>
          <pc:sldMk cId="2741302752" sldId="256"/>
        </pc:sldMkLst>
        <pc:spChg chg="mod">
          <ac:chgData name="高楠 弘一" userId="S::takakusu@s.asojuku.ac.jp::bd6e27e1-f395-48a9-a653-999f8cbb0154" providerId="AD" clId="Web-{7DBAB383-A02C-43CC-94FF-C72C1CE25AFD}" dt="2022-07-21T07:47:10.732" v="21" actId="20577"/>
          <ac:spMkLst>
            <pc:docMk/>
            <pc:sldMk cId="2741302752" sldId="256"/>
            <ac:spMk id="17" creationId="{00000000-0000-0000-0000-000000000000}"/>
          </ac:spMkLst>
        </pc:spChg>
        <pc:spChg chg="mod">
          <ac:chgData name="高楠 弘一" userId="S::takakusu@s.asojuku.ac.jp::bd6e27e1-f395-48a9-a653-999f8cbb0154" providerId="AD" clId="Web-{7DBAB383-A02C-43CC-94FF-C72C1CE25AFD}" dt="2022-07-21T07:47:02.215" v="18" actId="20577"/>
          <ac:spMkLst>
            <pc:docMk/>
            <pc:sldMk cId="2741302752" sldId="256"/>
            <ac:spMk id="19" creationId="{00000000-0000-0000-0000-000000000000}"/>
          </ac:spMkLst>
        </pc:spChg>
        <pc:spChg chg="mod">
          <ac:chgData name="高楠 弘一" userId="S::takakusu@s.asojuku.ac.jp::bd6e27e1-f395-48a9-a653-999f8cbb0154" providerId="AD" clId="Web-{7DBAB383-A02C-43CC-94FF-C72C1CE25AFD}" dt="2022-07-21T07:47:50.031" v="63" actId="20577"/>
          <ac:spMkLst>
            <pc:docMk/>
            <pc:sldMk cId="2741302752" sldId="256"/>
            <ac:spMk id="20" creationId="{00000000-0000-0000-0000-000000000000}"/>
          </ac:spMkLst>
        </pc:spChg>
        <pc:spChg chg="mod">
          <ac:chgData name="高楠 弘一" userId="S::takakusu@s.asojuku.ac.jp::bd6e27e1-f395-48a9-a653-999f8cbb0154" providerId="AD" clId="Web-{7DBAB383-A02C-43CC-94FF-C72C1CE25AFD}" dt="2022-07-21T07:47:14.341" v="24" actId="20577"/>
          <ac:spMkLst>
            <pc:docMk/>
            <pc:sldMk cId="2741302752" sldId="256"/>
            <ac:spMk id="21" creationId="{00000000-0000-0000-0000-000000000000}"/>
          </ac:spMkLst>
        </pc:spChg>
        <pc:spChg chg="mod">
          <ac:chgData name="高楠 弘一" userId="S::takakusu@s.asojuku.ac.jp::bd6e27e1-f395-48a9-a653-999f8cbb0154" providerId="AD" clId="Web-{7DBAB383-A02C-43CC-94FF-C72C1CE25AFD}" dt="2022-07-21T07:47:18.654" v="27" actId="20577"/>
          <ac:spMkLst>
            <pc:docMk/>
            <pc:sldMk cId="2741302752" sldId="256"/>
            <ac:spMk id="24" creationId="{00000000-0000-0000-0000-000000000000}"/>
          </ac:spMkLst>
        </pc:spChg>
        <pc:spChg chg="mod">
          <ac:chgData name="高楠 弘一" userId="S::takakusu@s.asojuku.ac.jp::bd6e27e1-f395-48a9-a653-999f8cbb0154" providerId="AD" clId="Web-{7DBAB383-A02C-43CC-94FF-C72C1CE25AFD}" dt="2022-07-21T07:47:22.654" v="30" actId="20577"/>
          <ac:spMkLst>
            <pc:docMk/>
            <pc:sldMk cId="2741302752" sldId="256"/>
            <ac:spMk id="25" creationId="{00000000-0000-0000-0000-000000000000}"/>
          </ac:spMkLst>
        </pc:spChg>
        <pc:spChg chg="mod">
          <ac:chgData name="高楠 弘一" userId="S::takakusu@s.asojuku.ac.jp::bd6e27e1-f395-48a9-a653-999f8cbb0154" providerId="AD" clId="Web-{7DBAB383-A02C-43CC-94FF-C72C1CE25AFD}" dt="2022-07-21T07:47:27.795" v="33" actId="20577"/>
          <ac:spMkLst>
            <pc:docMk/>
            <pc:sldMk cId="2741302752" sldId="256"/>
            <ac:spMk id="26" creationId="{00000000-0000-0000-0000-000000000000}"/>
          </ac:spMkLst>
        </pc:spChg>
        <pc:spChg chg="mod">
          <ac:chgData name="高楠 弘一" userId="S::takakusu@s.asojuku.ac.jp::bd6e27e1-f395-48a9-a653-999f8cbb0154" providerId="AD" clId="Web-{7DBAB383-A02C-43CC-94FF-C72C1CE25AFD}" dt="2022-07-21T07:47:44.140" v="60" actId="20577"/>
          <ac:spMkLst>
            <pc:docMk/>
            <pc:sldMk cId="2741302752" sldId="256"/>
            <ac:spMk id="29" creationId="{00000000-0000-0000-0000-000000000000}"/>
          </ac:spMkLst>
        </pc:spChg>
        <pc:picChg chg="del">
          <ac:chgData name="高楠 弘一" userId="S::takakusu@s.asojuku.ac.jp::bd6e27e1-f395-48a9-a653-999f8cbb0154" providerId="AD" clId="Web-{7DBAB383-A02C-43CC-94FF-C72C1CE25AFD}" dt="2022-07-21T07:46:35.260" v="0"/>
          <ac:picMkLst>
            <pc:docMk/>
            <pc:sldMk cId="2741302752" sldId="256"/>
            <ac:picMk id="3" creationId="{AD0E7CE6-CBAD-463A-AF72-2B3D6F8A4F94}"/>
          </ac:picMkLst>
        </pc:picChg>
        <pc:picChg chg="del">
          <ac:chgData name="高楠 弘一" userId="S::takakusu@s.asojuku.ac.jp::bd6e27e1-f395-48a9-a653-999f8cbb0154" providerId="AD" clId="Web-{7DBAB383-A02C-43CC-94FF-C72C1CE25AFD}" dt="2022-07-21T07:47:30.045" v="34"/>
          <ac:picMkLst>
            <pc:docMk/>
            <pc:sldMk cId="2741302752" sldId="256"/>
            <ac:picMk id="10" creationId="{AFB666BF-BA73-4890-83F7-BD6A16FDDAB5}"/>
          </ac:picMkLst>
        </pc:picChg>
      </pc:sldChg>
    </pc:docChg>
  </pc:docChgLst>
  <pc:docChgLst>
    <pc:chgData name="小野 翔太" userId="S::2316007@s.asojuku.ac.jp::00d624e5-3841-4a93-be9e-b0dc5a602fa2" providerId="AD" clId="Web-{ABEE5DBC-D3B9-45CE-B562-E0BCC8C8A90E}"/>
    <pc:docChg chg="addSld">
      <pc:chgData name="小野 翔太" userId="S::2316007@s.asojuku.ac.jp::00d624e5-3841-4a93-be9e-b0dc5a602fa2" providerId="AD" clId="Web-{ABEE5DBC-D3B9-45CE-B562-E0BCC8C8A90E}" dt="2024-06-26T00:52:28.489" v="1"/>
      <pc:docMkLst>
        <pc:docMk/>
      </pc:docMkLst>
      <pc:sldChg chg="new">
        <pc:chgData name="小野 翔太" userId="S::2316007@s.asojuku.ac.jp::00d624e5-3841-4a93-be9e-b0dc5a602fa2" providerId="AD" clId="Web-{ABEE5DBC-D3B9-45CE-B562-E0BCC8C8A90E}" dt="2024-06-26T00:52:24.567" v="0"/>
        <pc:sldMkLst>
          <pc:docMk/>
          <pc:sldMk cId="968761433" sldId="258"/>
        </pc:sldMkLst>
      </pc:sldChg>
      <pc:sldChg chg="new">
        <pc:chgData name="小野 翔太" userId="S::2316007@s.asojuku.ac.jp::00d624e5-3841-4a93-be9e-b0dc5a602fa2" providerId="AD" clId="Web-{ABEE5DBC-D3B9-45CE-B562-E0BCC8C8A90E}" dt="2024-06-26T00:52:28.489" v="1"/>
        <pc:sldMkLst>
          <pc:docMk/>
          <pc:sldMk cId="146895558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2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1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60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3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23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895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456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73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21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126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F515D45-0BC9-4695-914B-216338578A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60749"/>
            <a:ext cx="6858000" cy="4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38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60749"/>
            <a:ext cx="6858000" cy="483251"/>
          </a:xfrm>
          <a:prstGeom prst="rect">
            <a:avLst/>
          </a:prstGeom>
        </p:spPr>
      </p:pic>
      <p:sp>
        <p:nvSpPr>
          <p:cNvPr id="6" name="正方形/長方形 5"/>
          <p:cNvSpPr/>
          <p:nvPr userDrawn="1"/>
        </p:nvSpPr>
        <p:spPr>
          <a:xfrm>
            <a:off x="469233" y="4508628"/>
            <a:ext cx="5895473" cy="9176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469233" y="5537483"/>
            <a:ext cx="5895473" cy="175365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469233" y="7421395"/>
            <a:ext cx="5895473" cy="104674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 userDrawn="1"/>
        </p:nvSpPr>
        <p:spPr>
          <a:xfrm>
            <a:off x="336955" y="341049"/>
            <a:ext cx="5125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ASO GAME SHOW </a:t>
            </a:r>
            <a:r>
              <a:rPr kumimoji="1" lang="ja-JP" altLang="en-US" sz="2400" dirty="0"/>
              <a:t>作品概要</a:t>
            </a:r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5462337" y="168442"/>
            <a:ext cx="983254" cy="64880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336955" y="817250"/>
            <a:ext cx="6108636" cy="3445646"/>
          </a:xfrm>
          <a:prstGeom prst="rect">
            <a:avLst/>
          </a:prstGeom>
          <a:solidFill>
            <a:schemeClr val="bg1"/>
          </a:solidFill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/>
          <p:cNvSpPr txBox="1"/>
          <p:nvPr userDrawn="1"/>
        </p:nvSpPr>
        <p:spPr>
          <a:xfrm>
            <a:off x="348911" y="4621961"/>
            <a:ext cx="1287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dirty="0"/>
              <a:t>作品タイトル：</a:t>
            </a:r>
            <a:endParaRPr kumimoji="1" lang="ja-JP" altLang="en-US" sz="1400" dirty="0"/>
          </a:p>
        </p:txBody>
      </p:sp>
      <p:sp>
        <p:nvSpPr>
          <p:cNvPr id="14" name="テキスト ボックス 13"/>
          <p:cNvSpPr txBox="1"/>
          <p:nvPr userDrawn="1"/>
        </p:nvSpPr>
        <p:spPr>
          <a:xfrm>
            <a:off x="348911" y="5031032"/>
            <a:ext cx="1287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dirty="0"/>
              <a:t>ジャンル：</a:t>
            </a:r>
            <a:endParaRPr kumimoji="1" lang="ja-JP" altLang="en-US" sz="1400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348911" y="5620573"/>
            <a:ext cx="1287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dirty="0"/>
              <a:t>メンバー：</a:t>
            </a:r>
            <a:endParaRPr kumimoji="1" lang="ja-JP" altLang="en-US" sz="1400" dirty="0"/>
          </a:p>
        </p:txBody>
      </p:sp>
      <p:sp>
        <p:nvSpPr>
          <p:cNvPr id="16" name="テキスト ボックス 15"/>
          <p:cNvSpPr txBox="1"/>
          <p:nvPr userDrawn="1"/>
        </p:nvSpPr>
        <p:spPr>
          <a:xfrm>
            <a:off x="348911" y="7519472"/>
            <a:ext cx="1287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dirty="0"/>
              <a:t>コメント：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5012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98465-64D1-4EBE-BEDE-FE44BBAE25FB}" type="datetimeFigureOut">
              <a:rPr kumimoji="1" lang="ja-JP" altLang="en-US" smtClean="0"/>
              <a:t>2024/7/19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07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gif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jpe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2E432C-9FE9-44AB-A0AF-D2AFC822DF90}"/>
              </a:ext>
            </a:extLst>
          </p:cNvPr>
          <p:cNvSpPr txBox="1"/>
          <p:nvPr/>
        </p:nvSpPr>
        <p:spPr>
          <a:xfrm>
            <a:off x="1727443" y="4983480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パズルアクション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2669CA-7657-4ECA-9CBF-53BE9F64FB63}"/>
              </a:ext>
            </a:extLst>
          </p:cNvPr>
          <p:cNvSpPr txBox="1"/>
          <p:nvPr/>
        </p:nvSpPr>
        <p:spPr>
          <a:xfrm>
            <a:off x="1727443" y="4583370"/>
            <a:ext cx="1589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BLOCK CLIMB</a:t>
            </a:r>
            <a:endParaRPr kumimoji="1" lang="ja-JP" altLang="en-US" sz="2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3CC07D2-61AB-4D10-A61D-37CD1FD66DD4}"/>
              </a:ext>
            </a:extLst>
          </p:cNvPr>
          <p:cNvSpPr txBox="1"/>
          <p:nvPr/>
        </p:nvSpPr>
        <p:spPr>
          <a:xfrm>
            <a:off x="1727443" y="56489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坂田桃侍</a:t>
            </a:r>
            <a:endParaRPr kumimoji="1"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C04976-EC9C-4BAB-B35D-389659636A4C}"/>
              </a:ext>
            </a:extLst>
          </p:cNvPr>
          <p:cNvSpPr txBox="1"/>
          <p:nvPr/>
        </p:nvSpPr>
        <p:spPr>
          <a:xfrm>
            <a:off x="1514500" y="7553166"/>
            <a:ext cx="43849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テトリスのようなパズルゲームと</a:t>
            </a:r>
            <a:r>
              <a:rPr kumimoji="1" lang="en-US" altLang="ja-JP" sz="1400" dirty="0"/>
              <a:t>2D</a:t>
            </a:r>
            <a:r>
              <a:rPr kumimoji="1" lang="ja-JP" altLang="en-US" sz="1400" dirty="0"/>
              <a:t>のスクロールアクションを組み合わせたゲームになります！</a:t>
            </a:r>
            <a:r>
              <a:rPr kumimoji="1" lang="en-US" altLang="ja-JP" sz="1400" dirty="0"/>
              <a:t>6</a:t>
            </a:r>
            <a:r>
              <a:rPr kumimoji="1" lang="ja-JP" altLang="en-US" sz="1400" dirty="0" err="1"/>
              <a:t>つの</a:t>
            </a:r>
            <a:r>
              <a:rPr kumimoji="1" lang="ja-JP" altLang="en-US" sz="1400" dirty="0"/>
              <a:t>チャレンジ課題</a:t>
            </a:r>
            <a:r>
              <a:rPr lang="ja-JP" altLang="en-US" sz="1400" dirty="0"/>
              <a:t>と最高記録を目指すマラソンモードを用意してますので是非たくさん遊んでください！！</a:t>
            </a:r>
            <a:endParaRPr kumimoji="1" lang="ja-JP" altLang="en-US" sz="14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BB83D7F-D153-40A2-BF86-CB65B5609712}"/>
              </a:ext>
            </a:extLst>
          </p:cNvPr>
          <p:cNvSpPr/>
          <p:nvPr/>
        </p:nvSpPr>
        <p:spPr>
          <a:xfrm>
            <a:off x="4734046" y="5822066"/>
            <a:ext cx="1378350" cy="12963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8D18528-C622-4843-AB43-A121D33E39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048" y="805196"/>
            <a:ext cx="3124274" cy="178265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A1968B8-27F1-4D86-B764-C88EE25909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78" y="2587855"/>
            <a:ext cx="3076370" cy="169935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F92FEFD-EB3A-44BA-BE3E-4F65DF577A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048" y="2587855"/>
            <a:ext cx="3076370" cy="1699352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851A6D1-2848-4E43-BD2D-AA40447AB6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78" y="805196"/>
            <a:ext cx="3076370" cy="1782659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2F8B7F40-FF3D-42C2-AD61-184559BB95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084" y="5980111"/>
            <a:ext cx="980273" cy="980273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79CD7E02-2C43-4535-B6F1-44BAD5D7F5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59" y="5548255"/>
            <a:ext cx="963648" cy="954107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49D7A9D8-97AE-4504-80C9-A29FC45CE6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52" y="6856893"/>
            <a:ext cx="372212" cy="372212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8936AA25-A0A1-47F9-BFFB-74017FA3EB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64" y="6856893"/>
            <a:ext cx="372212" cy="372212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D0EACE58-03F1-4076-8BDD-D628C38FC7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76" y="6856893"/>
            <a:ext cx="372212" cy="372212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47C29A4C-446F-4C51-8C8A-07FA9998CC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64" y="6484681"/>
            <a:ext cx="372212" cy="372212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2551E622-0F4C-4C22-99D1-1EEE9575DA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009" y="6232089"/>
            <a:ext cx="476316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5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7307E6-32A2-4C78-A205-2AC130DAC3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6858000" cy="1586035"/>
          </a:xfrm>
        </p:spPr>
        <p:txBody>
          <a:bodyPr/>
          <a:lstStyle/>
          <a:p>
            <a:pPr algn="ctr"/>
            <a:r>
              <a:rPr kumimoji="1" lang="ja-JP" altLang="en-US" dirty="0"/>
              <a:t>操作説明書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9FA3085-92C0-43F3-A639-97A0205FD2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3659832"/>
            <a:ext cx="3429000" cy="2050542"/>
          </a:xfrm>
          <a:prstGeom prst="rect">
            <a:avLst/>
          </a:prstGeom>
        </p:spPr>
      </p:pic>
      <p:pic>
        <p:nvPicPr>
          <p:cNvPr id="1026" name="Picture 2" descr="図1">
            <a:extLst>
              <a:ext uri="{FF2B5EF4-FFF2-40B4-BE49-F238E27FC236}">
                <a16:creationId xmlns:a16="http://schemas.microsoft.com/office/drawing/2014/main" id="{558E0F36-20DE-4342-BC44-FA1BF12A3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44" y="1229474"/>
            <a:ext cx="5424712" cy="20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A20429-E7F1-4617-93DF-1890D79FAA38}"/>
              </a:ext>
            </a:extLst>
          </p:cNvPr>
          <p:cNvSpPr/>
          <p:nvPr/>
        </p:nvSpPr>
        <p:spPr>
          <a:xfrm>
            <a:off x="1292352" y="2207119"/>
            <a:ext cx="1127760" cy="34747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7B8F7DC-A50A-4F2C-A1D9-48EBFAEE389C}"/>
              </a:ext>
            </a:extLst>
          </p:cNvPr>
          <p:cNvSpPr/>
          <p:nvPr/>
        </p:nvSpPr>
        <p:spPr>
          <a:xfrm>
            <a:off x="1597152" y="1884031"/>
            <a:ext cx="329184" cy="32308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ECD5F10-3FFA-4F25-AF43-B001C8F3C80B}"/>
              </a:ext>
            </a:extLst>
          </p:cNvPr>
          <p:cNvSpPr/>
          <p:nvPr/>
        </p:nvSpPr>
        <p:spPr>
          <a:xfrm>
            <a:off x="1219200" y="1884029"/>
            <a:ext cx="377952" cy="32308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6A18FE-2B06-495B-B901-594386F27555}"/>
              </a:ext>
            </a:extLst>
          </p:cNvPr>
          <p:cNvSpPr/>
          <p:nvPr/>
        </p:nvSpPr>
        <p:spPr>
          <a:xfrm>
            <a:off x="1926336" y="1884029"/>
            <a:ext cx="377952" cy="32308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C91630E-FE94-4681-8BD1-0BA7D8CAC5FE}"/>
              </a:ext>
            </a:extLst>
          </p:cNvPr>
          <p:cNvSpPr/>
          <p:nvPr/>
        </p:nvSpPr>
        <p:spPr>
          <a:xfrm>
            <a:off x="5257800" y="2904731"/>
            <a:ext cx="274320" cy="35052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ECD5DE4-30E6-441D-B6A3-0FE3189B700D}"/>
              </a:ext>
            </a:extLst>
          </p:cNvPr>
          <p:cNvSpPr/>
          <p:nvPr/>
        </p:nvSpPr>
        <p:spPr>
          <a:xfrm>
            <a:off x="5848350" y="2904731"/>
            <a:ext cx="274320" cy="35052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B6FA15E-B87F-49F9-ACB5-117D2108C379}"/>
              </a:ext>
            </a:extLst>
          </p:cNvPr>
          <p:cNvSpPr/>
          <p:nvPr/>
        </p:nvSpPr>
        <p:spPr>
          <a:xfrm>
            <a:off x="2420112" y="2904731"/>
            <a:ext cx="1127760" cy="35052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6C206C-C05C-424D-B198-37C5790438F4}"/>
              </a:ext>
            </a:extLst>
          </p:cNvPr>
          <p:cNvSpPr txBox="1"/>
          <p:nvPr/>
        </p:nvSpPr>
        <p:spPr>
          <a:xfrm>
            <a:off x="479928" y="587447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accent1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ブロックの移動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B84EB4C-07AF-42EC-BDFA-F19175885639}"/>
              </a:ext>
            </a:extLst>
          </p:cNvPr>
          <p:cNvSpPr txBox="1"/>
          <p:nvPr/>
        </p:nvSpPr>
        <p:spPr>
          <a:xfrm>
            <a:off x="479927" y="681912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00B05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ブロックの回転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ADD9B6D-DCEC-45C0-B557-D22B99738E00}"/>
              </a:ext>
            </a:extLst>
          </p:cNvPr>
          <p:cNvSpPr txBox="1"/>
          <p:nvPr/>
        </p:nvSpPr>
        <p:spPr>
          <a:xfrm>
            <a:off x="3528030" y="680941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C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プレイヤーのジャンプ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60817C2-36A5-4E25-ADC6-47EF9CEE6CF9}"/>
              </a:ext>
            </a:extLst>
          </p:cNvPr>
          <p:cNvSpPr txBox="1"/>
          <p:nvPr/>
        </p:nvSpPr>
        <p:spPr>
          <a:xfrm>
            <a:off x="3500795" y="587242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プレイヤーの移動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39A9C8B-48A9-4D1C-85C9-DA4491F166F1}"/>
              </a:ext>
            </a:extLst>
          </p:cNvPr>
          <p:cNvSpPr/>
          <p:nvPr/>
        </p:nvSpPr>
        <p:spPr>
          <a:xfrm>
            <a:off x="2420112" y="3635068"/>
            <a:ext cx="603504" cy="313548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170D501F-7816-4094-BE76-C2E97BE58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18" y="3630155"/>
            <a:ext cx="603556" cy="310923"/>
          </a:xfrm>
          <a:prstGeom prst="rect">
            <a:avLst/>
          </a:prstGeom>
        </p:spPr>
      </p:pic>
      <p:sp>
        <p:nvSpPr>
          <p:cNvPr id="18" name="楕円 17">
            <a:extLst>
              <a:ext uri="{FF2B5EF4-FFF2-40B4-BE49-F238E27FC236}">
                <a16:creationId xmlns:a16="http://schemas.microsoft.com/office/drawing/2014/main" id="{A0016201-50DB-434F-A1B8-24532B3497B8}"/>
              </a:ext>
            </a:extLst>
          </p:cNvPr>
          <p:cNvSpPr/>
          <p:nvPr/>
        </p:nvSpPr>
        <p:spPr>
          <a:xfrm>
            <a:off x="2395482" y="3932266"/>
            <a:ext cx="646176" cy="707136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112CF699-A829-4673-8D40-603D478497EC}"/>
              </a:ext>
            </a:extLst>
          </p:cNvPr>
          <p:cNvSpPr/>
          <p:nvPr/>
        </p:nvSpPr>
        <p:spPr>
          <a:xfrm>
            <a:off x="4322826" y="4143732"/>
            <a:ext cx="316230" cy="310923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6B35A715-B30B-4FFC-84AB-97D9A4C502E8}"/>
              </a:ext>
            </a:extLst>
          </p:cNvPr>
          <p:cNvSpPr/>
          <p:nvPr/>
        </p:nvSpPr>
        <p:spPr>
          <a:xfrm>
            <a:off x="3592830" y="4426996"/>
            <a:ext cx="576072" cy="6096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2522EDED-3700-440E-908A-4322509BE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32" y="6224229"/>
            <a:ext cx="299456" cy="29744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23A6E57F-912B-41A9-93A3-5A1E3878EA9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4" b="25313"/>
          <a:stretch/>
        </p:blipFill>
        <p:spPr>
          <a:xfrm>
            <a:off x="601449" y="6521675"/>
            <a:ext cx="412822" cy="297446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60614544-69FA-42CA-B593-272BFAE521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32" y="7188453"/>
            <a:ext cx="299456" cy="297446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1F5543FC-6F53-499D-9C60-F5366EA9E15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4" b="25313"/>
          <a:stretch/>
        </p:blipFill>
        <p:spPr>
          <a:xfrm>
            <a:off x="601449" y="7485899"/>
            <a:ext cx="412822" cy="297446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46E5E61C-633B-4D6C-AFDF-4A22681987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765" y="6243803"/>
            <a:ext cx="299456" cy="297446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E3C5E1C0-71BE-4602-9CC5-202E3604C94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4" b="25313"/>
          <a:stretch/>
        </p:blipFill>
        <p:spPr>
          <a:xfrm>
            <a:off x="3772082" y="6541249"/>
            <a:ext cx="412822" cy="297446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EC986D63-D177-4EF5-8B79-92D9E3C832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765" y="7188453"/>
            <a:ext cx="299456" cy="297446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72215068-EF1B-4F6D-8408-CD6276D9C13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4" b="25313"/>
          <a:stretch/>
        </p:blipFill>
        <p:spPr>
          <a:xfrm>
            <a:off x="3772082" y="7485899"/>
            <a:ext cx="412822" cy="297446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CC6D8AC-512B-4F8B-B918-5EFFEA3AE438}"/>
              </a:ext>
            </a:extLst>
          </p:cNvPr>
          <p:cNvSpPr txBox="1"/>
          <p:nvPr/>
        </p:nvSpPr>
        <p:spPr>
          <a:xfrm>
            <a:off x="1248178" y="6541249"/>
            <a:ext cx="697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WASD</a:t>
            </a:r>
            <a:endParaRPr kumimoji="1" lang="ja-JP" altLang="en-US" sz="16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BC5AC2C-2360-4025-95B9-DA7CD3162C33}"/>
              </a:ext>
            </a:extLst>
          </p:cNvPr>
          <p:cNvSpPr txBox="1"/>
          <p:nvPr/>
        </p:nvSpPr>
        <p:spPr>
          <a:xfrm>
            <a:off x="4447023" y="6218574"/>
            <a:ext cx="1208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右スティック</a:t>
            </a:r>
            <a:endParaRPr kumimoji="1"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EBB35E1-2564-42FD-8ACC-93FDB041875A}"/>
              </a:ext>
            </a:extLst>
          </p:cNvPr>
          <p:cNvSpPr txBox="1"/>
          <p:nvPr/>
        </p:nvSpPr>
        <p:spPr>
          <a:xfrm>
            <a:off x="4542747" y="6514705"/>
            <a:ext cx="9893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十字キー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D571CDD-0987-479C-8C53-5EC2CDE3CE72}"/>
              </a:ext>
            </a:extLst>
          </p:cNvPr>
          <p:cNvSpPr txBox="1"/>
          <p:nvPr/>
        </p:nvSpPr>
        <p:spPr>
          <a:xfrm>
            <a:off x="1097540" y="6187520"/>
            <a:ext cx="1208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左スティック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76C3AFB-E2B8-4437-A146-5D6FAC8C5855}"/>
              </a:ext>
            </a:extLst>
          </p:cNvPr>
          <p:cNvSpPr txBox="1"/>
          <p:nvPr/>
        </p:nvSpPr>
        <p:spPr>
          <a:xfrm>
            <a:off x="1192476" y="7188453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LR</a:t>
            </a:r>
            <a:r>
              <a:rPr kumimoji="1" lang="ja-JP" altLang="en-US" sz="1600" dirty="0"/>
              <a:t>ボタン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3B36B4F-7813-4564-8A0A-D434548769DE}"/>
              </a:ext>
            </a:extLst>
          </p:cNvPr>
          <p:cNvSpPr txBox="1"/>
          <p:nvPr/>
        </p:nvSpPr>
        <p:spPr>
          <a:xfrm>
            <a:off x="1385395" y="7508232"/>
            <a:ext cx="4235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QE</a:t>
            </a:r>
            <a:endParaRPr kumimoji="1" lang="ja-JP" altLang="en-US" sz="16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7999668-708D-409D-A50B-9B795C8D9360}"/>
              </a:ext>
            </a:extLst>
          </p:cNvPr>
          <p:cNvSpPr txBox="1"/>
          <p:nvPr/>
        </p:nvSpPr>
        <p:spPr>
          <a:xfrm>
            <a:off x="4981224" y="7169678"/>
            <a:ext cx="827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B</a:t>
            </a:r>
            <a:r>
              <a:rPr kumimoji="1" lang="ja-JP" altLang="en-US" sz="1600" dirty="0"/>
              <a:t>ボタン</a:t>
            </a:r>
            <a:endParaRPr kumimoji="1" lang="en-US" altLang="ja-JP" sz="16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39A30AA-A9A5-40E6-B88A-5EF3326BBE27}"/>
              </a:ext>
            </a:extLst>
          </p:cNvPr>
          <p:cNvSpPr txBox="1"/>
          <p:nvPr/>
        </p:nvSpPr>
        <p:spPr>
          <a:xfrm>
            <a:off x="5016472" y="7508232"/>
            <a:ext cx="697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SPACE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DF19774-CFA2-4AF4-9752-82A096C493AF}"/>
              </a:ext>
            </a:extLst>
          </p:cNvPr>
          <p:cNvSpPr txBox="1"/>
          <p:nvPr/>
        </p:nvSpPr>
        <p:spPr>
          <a:xfrm>
            <a:off x="716644" y="800911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7030A0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ポーズ画面</a:t>
            </a:r>
            <a:endParaRPr kumimoji="1" lang="ja-JP" altLang="en-US" dirty="0">
              <a:solidFill>
                <a:srgbClr val="7030A0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A824D99-480E-4E50-959B-197BB17E42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93" y="7896339"/>
            <a:ext cx="299456" cy="297446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00FD1FE2-01C1-45BB-9B32-FAE49AFE0EA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4" b="25313"/>
          <a:stretch/>
        </p:blipFill>
        <p:spPr>
          <a:xfrm>
            <a:off x="2026210" y="8193785"/>
            <a:ext cx="412822" cy="297446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41BEC0F-F9E1-432B-9294-0AB6CE9B4FEB}"/>
              </a:ext>
            </a:extLst>
          </p:cNvPr>
          <p:cNvSpPr/>
          <p:nvPr/>
        </p:nvSpPr>
        <p:spPr>
          <a:xfrm>
            <a:off x="2280420" y="1883481"/>
            <a:ext cx="396740" cy="323637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9F45C80E-AB47-40C8-9479-7A9E963F936E}"/>
              </a:ext>
            </a:extLst>
          </p:cNvPr>
          <p:cNvSpPr/>
          <p:nvPr/>
        </p:nvSpPr>
        <p:spPr>
          <a:xfrm>
            <a:off x="3880866" y="4112556"/>
            <a:ext cx="316230" cy="346557"/>
          </a:xfrm>
          <a:prstGeom prst="ellipse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830A21AC-0993-4110-A63B-290CD5B6A5B7}"/>
              </a:ext>
            </a:extLst>
          </p:cNvPr>
          <p:cNvSpPr txBox="1"/>
          <p:nvPr/>
        </p:nvSpPr>
        <p:spPr>
          <a:xfrm>
            <a:off x="2856186" y="8193785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R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162D870-AA6F-48C3-A4B6-1E447B89C677}"/>
              </a:ext>
            </a:extLst>
          </p:cNvPr>
          <p:cNvSpPr txBox="1"/>
          <p:nvPr/>
        </p:nvSpPr>
        <p:spPr>
          <a:xfrm>
            <a:off x="2635701" y="7896339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X</a:t>
            </a:r>
            <a:r>
              <a:rPr kumimoji="1" lang="ja-JP" altLang="en-US" sz="1600" dirty="0"/>
              <a:t>ボタン</a:t>
            </a:r>
            <a:endParaRPr kumimoji="1" lang="en-US" altLang="ja-JP" sz="1600" dirty="0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9D09B899-EBF1-4517-8377-D98F093E5E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55" y="3518077"/>
            <a:ext cx="476316" cy="476316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9BA4C369-9DF7-4A69-B68E-4CC354CCC7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394" y="3899919"/>
            <a:ext cx="476316" cy="476316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49B29147-60AF-4CA2-B70D-498C71ADD9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712" y="5567382"/>
            <a:ext cx="333271" cy="333271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826784B3-BC1B-47E3-B91A-7DBF7D8AA3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983" y="5567382"/>
            <a:ext cx="333271" cy="333271"/>
          </a:xfrm>
          <a:prstGeom prst="rect">
            <a:avLst/>
          </a:prstGeom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FAB6B41B-77C2-4E93-8F3C-88737F9F57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275" y="5893844"/>
            <a:ext cx="333271" cy="333271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2057DB34-598B-4397-A73A-740015B16E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420" y="5896123"/>
            <a:ext cx="333271" cy="333271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DFB1D47B-6155-44AF-B683-9E59767C2C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33" y="4710114"/>
            <a:ext cx="333271" cy="333271"/>
          </a:xfrm>
          <a:prstGeom prst="rect">
            <a:avLst/>
          </a:prstGeom>
        </p:spPr>
      </p:pic>
      <p:pic>
        <p:nvPicPr>
          <p:cNvPr id="60" name="図 59">
            <a:extLst>
              <a:ext uri="{FF2B5EF4-FFF2-40B4-BE49-F238E27FC236}">
                <a16:creationId xmlns:a16="http://schemas.microsoft.com/office/drawing/2014/main" id="{32F0C90C-DCD8-4397-9912-36D02D48F6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17" y="5358744"/>
            <a:ext cx="333271" cy="333271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DF21A1E9-E531-445D-9624-1B1FC6C263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56" y="5358744"/>
            <a:ext cx="333271" cy="333271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B0E0BEF5-6E42-44FA-9A1C-2F3F76CC40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33" y="5043385"/>
            <a:ext cx="333271" cy="333271"/>
          </a:xfrm>
          <a:prstGeom prst="rect">
            <a:avLst/>
          </a:prstGeom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2D963F80-8CC9-44CC-BD40-67665BA01F5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0" t="-24556" r="83030" b="-28051"/>
          <a:stretch/>
        </p:blipFill>
        <p:spPr>
          <a:xfrm>
            <a:off x="4760505" y="8107274"/>
            <a:ext cx="497295" cy="726888"/>
          </a:xfrm>
          <a:prstGeom prst="rect">
            <a:avLst/>
          </a:prstGeom>
        </p:spPr>
      </p:pic>
      <p:pic>
        <p:nvPicPr>
          <p:cNvPr id="1025" name="図 1024">
            <a:extLst>
              <a:ext uri="{FF2B5EF4-FFF2-40B4-BE49-F238E27FC236}">
                <a16:creationId xmlns:a16="http://schemas.microsoft.com/office/drawing/2014/main" id="{13066899-9991-4DC0-BF84-55E2CD9A54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832" y="8330128"/>
            <a:ext cx="338555" cy="338555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F2EC314D-CBB9-4035-9350-A8B9EBB770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607" y="8330128"/>
            <a:ext cx="338555" cy="338555"/>
          </a:xfrm>
          <a:prstGeom prst="rect">
            <a:avLst/>
          </a:prstGeom>
        </p:spPr>
      </p:pic>
      <p:pic>
        <p:nvPicPr>
          <p:cNvPr id="68" name="図 67">
            <a:extLst>
              <a:ext uri="{FF2B5EF4-FFF2-40B4-BE49-F238E27FC236}">
                <a16:creationId xmlns:a16="http://schemas.microsoft.com/office/drawing/2014/main" id="{1AB5EE2C-4C78-4E5A-8698-BF46D010A8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607" y="7991573"/>
            <a:ext cx="338555" cy="338555"/>
          </a:xfrm>
          <a:prstGeom prst="rect">
            <a:avLst/>
          </a:prstGeom>
        </p:spPr>
      </p:pic>
      <p:pic>
        <p:nvPicPr>
          <p:cNvPr id="69" name="図 68">
            <a:extLst>
              <a:ext uri="{FF2B5EF4-FFF2-40B4-BE49-F238E27FC236}">
                <a16:creationId xmlns:a16="http://schemas.microsoft.com/office/drawing/2014/main" id="{C509FD59-5BA4-4D53-B0A3-9D3514CE0D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881" y="7991573"/>
            <a:ext cx="338555" cy="338555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D2A590E-76FA-4A05-854B-7F4443D8D4A1}"/>
              </a:ext>
            </a:extLst>
          </p:cNvPr>
          <p:cNvSpPr txBox="1"/>
          <p:nvPr/>
        </p:nvSpPr>
        <p:spPr>
          <a:xfrm>
            <a:off x="2456618" y="982987"/>
            <a:ext cx="19447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dirty="0">
                <a:latin typeface="コーポレート・ロゴ ver3 Bold" panose="02000600000000000000" pitchFamily="50" charset="-128"/>
                <a:ea typeface="コーポレート・ロゴ ver3 Bold" panose="02000600000000000000" pitchFamily="50" charset="-128"/>
              </a:rPr>
              <a:t>制作者はキーボードのほうがやりやすかったって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8F4A6D6C-83E7-409D-9E27-ED4575775C8E}"/>
              </a:ext>
            </a:extLst>
          </p:cNvPr>
          <p:cNvSpPr/>
          <p:nvPr/>
        </p:nvSpPr>
        <p:spPr>
          <a:xfrm>
            <a:off x="5532120" y="2582862"/>
            <a:ext cx="274320" cy="35052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40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709b60-37ec-424b-b681-c6612ac7fe32">
      <Terms xmlns="http://schemas.microsoft.com/office/infopath/2007/PartnerControls"/>
    </lcf76f155ced4ddcb4097134ff3c332f>
    <TaxCatchAll xmlns="f9048785-d070-4c78-8f2f-ed2b48eb345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2961D859B1A8B4697EC07BF3C3DAD3B" ma:contentTypeVersion="15" ma:contentTypeDescription="新しいドキュメントを作成します。" ma:contentTypeScope="" ma:versionID="61fb881009e02d846dde605853ec8855">
  <xsd:schema xmlns:xsd="http://www.w3.org/2001/XMLSchema" xmlns:xs="http://www.w3.org/2001/XMLSchema" xmlns:p="http://schemas.microsoft.com/office/2006/metadata/properties" xmlns:ns2="02709b60-37ec-424b-b681-c6612ac7fe32" xmlns:ns3="f9048785-d070-4c78-8f2f-ed2b48eb345c" targetNamespace="http://schemas.microsoft.com/office/2006/metadata/properties" ma:root="true" ma:fieldsID="ee8e5857d1e7c61daa458c0ee5ad5d78" ns2:_="" ns3:_="">
    <xsd:import namespace="02709b60-37ec-424b-b681-c6612ac7fe32"/>
    <xsd:import namespace="f9048785-d070-4c78-8f2f-ed2b48eb34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709b60-37ec-424b-b681-c6612ac7fe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48785-d070-4c78-8f2f-ed2b48eb345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76fc6dc-39d0-4a2e-a4a9-623828d4e622}" ma:internalName="TaxCatchAll" ma:showField="CatchAllData" ma:web="f9048785-d070-4c78-8f2f-ed2b48eb34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3E3745-5691-4964-B0EA-105ACF4E7E86}">
  <ds:schemaRefs>
    <ds:schemaRef ds:uri="http://www.w3.org/XML/1998/namespace"/>
    <ds:schemaRef ds:uri="http://schemas.microsoft.com/office/2006/documentManagement/types"/>
    <ds:schemaRef ds:uri="02709b60-37ec-424b-b681-c6612ac7fe32"/>
    <ds:schemaRef ds:uri="f9048785-d070-4c78-8f2f-ed2b48eb345c"/>
    <ds:schemaRef ds:uri="http://schemas.microsoft.com/office/infopath/2007/PartnerControls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BAFA694-163B-4471-A81E-3066ABE367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721B2A-B877-42D4-B2FA-646559E6C3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709b60-37ec-424b-b681-c6612ac7fe32"/>
    <ds:schemaRef ds:uri="f9048785-d070-4c78-8f2f-ed2b48eb34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83</Words>
  <Application>Microsoft Office PowerPoint</Application>
  <PresentationFormat>画面に合わせる (4:3)</PresentationFormat>
  <Paragraphs>21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HG創英角ｺﾞｼｯｸUB</vt:lpstr>
      <vt:lpstr>ＭＳ Ｐゴシック</vt:lpstr>
      <vt:lpstr>コーポレート・ロゴ ver3 Bold</vt:lpstr>
      <vt:lpstr>Arial</vt:lpstr>
      <vt:lpstr>Calibri</vt:lpstr>
      <vt:lpstr>Calibri Light</vt:lpstr>
      <vt:lpstr>Office テーマ</vt:lpstr>
      <vt:lpstr>PowerPoint プレゼンテーション</vt:lpstr>
      <vt:lpstr>操作説明書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横尾　保馬</dc:creator>
  <cp:lastModifiedBy>坂田 桃侍</cp:lastModifiedBy>
  <cp:revision>38</cp:revision>
  <dcterms:created xsi:type="dcterms:W3CDTF">2018-07-11T03:03:29Z</dcterms:created>
  <dcterms:modified xsi:type="dcterms:W3CDTF">2024-07-19T03:52:41Z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0x010100C2961D859B1A8B4697EC07BF3C3DAD3B</vt:lpwstr>
  </property>
  <property fmtid="{D5CDD505-2E9C-101B-9397-08002B2CF9AE}" pid="3" name="MediaServiceImageTags">
    <vt:lpwstr/>
  </property>
</Properties>
</file>